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32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{{company_name}}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CENTROPY default template. Working draft for human committee review.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4173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315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committee working draft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2834640"/>
            <a:ext cx="10972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32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{{decision_context}}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32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Recorded recommendation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CENTROPY default template. Working draft for human committee review.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463040"/>
            <a:ext cx="10972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32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{{recommendation}}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94360" y="5303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{{source_cutoff}}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32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case and model outputs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CENTROPY default template. Working draft for human committee review.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52120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32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{{revenue_case}}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355080" y="1371600"/>
            <a:ext cx="52120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32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{{returns}}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32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risks and diligence findings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CENTROPY default template. Working draft for human committee review.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97280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32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{{risk_findings}}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32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model and memo basis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CENTROPY default template. Working draft for human committee review.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32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{{model_lineage}}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3840480"/>
            <a:ext cx="10972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32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{{memo_basis}}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32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evidence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CENTROPY default template. Working draft for human committee review.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9728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32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{{source_inventory}}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CENTROPY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CENTROPY default IC template</dc:title>
  <dc:subject>Default editable IC working draft with canonical source bindings</dc:subject>
  <dc:creator>CENTROPY</dc:creator>
  <cp:lastModifiedBy>CENTROPY</cp:lastModifiedBy>
  <cp:revision>1</cp:revision>
  <dcterms:created xsi:type="dcterms:W3CDTF">2026-09-28T01:40:25Z</dcterms:created>
  <dcterms:modified xsi:type="dcterms:W3CDTF">2026-09-28T01:40:25Z</dcterms:modified>
</cp:coreProperties>
</file>