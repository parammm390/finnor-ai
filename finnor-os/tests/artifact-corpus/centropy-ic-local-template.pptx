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f0f6e6fb604ed5" /><Relationship Type="http://schemas.openxmlformats.org/officeDocument/2006/relationships/extended-properties" Target="/docProps/app.xml" Id="Rde1fc2aeaec049b1" /><Relationship Type="http://schemas.openxmlformats.org/officeDocument/2006/relationships/officeDocument" Target="/ppt/presentation.xml" Id="R0a247595986340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a04df7b7174154"/>
  </p:sldMasterIdLst>
  <p:notesMasterIdLst>
    <p:notesMasterId xmlns:r="http://schemas.openxmlformats.org/officeDocument/2006/relationships" r:id="R9a4ce26f0e0b4a1f"/>
  </p:notesMasterIdLst>
  <p:sldIdLst>
    <p:sldId xmlns:r="http://schemas.openxmlformats.org/officeDocument/2006/relationships" id="256" r:id="R1f18a5514040408d"/>
    <p:sldId xmlns:r="http://schemas.openxmlformats.org/officeDocument/2006/relationships" id="257" r:id="R707514ab309240a9"/>
    <p:sldId xmlns:r="http://schemas.openxmlformats.org/officeDocument/2006/relationships" id="258" r:id="Recb1e833a3d54dee"/>
    <p:sldId xmlns:r="http://schemas.openxmlformats.org/officeDocument/2006/relationships" id="259" r:id="R403ad6b81b1646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5d2ecb5e28420f" /><Relationship Type="http://schemas.openxmlformats.org/officeDocument/2006/relationships/slideMaster" Target="/ppt/slideMasters/slideMaster1.xml" Id="R81a04df7b7174154" /><Relationship Type="http://schemas.openxmlformats.org/officeDocument/2006/relationships/notesMaster" Target="/ppt/notesMasters/notesMaster1.xml" Id="R9a4ce26f0e0b4a1f" /><Relationship Type="http://schemas.openxmlformats.org/officeDocument/2006/relationships/presProps" Target="/ppt/presProps.xml" Id="Rad5fdfb3910c4f90" /><Relationship Type="http://schemas.openxmlformats.org/officeDocument/2006/relationships/tableStyles" Target="/ppt/tableStyles.xml" Id="R87a8dbc1dc444776" /><Relationship Type="http://schemas.openxmlformats.org/officeDocument/2006/relationships/slide" Target="/ppt/slides/slide1.xml" Id="R1f18a5514040408d" /><Relationship Type="http://schemas.openxmlformats.org/officeDocument/2006/relationships/slide" Target="/ppt/slides/slide2.xml" Id="R707514ab309240a9" /><Relationship Type="http://schemas.openxmlformats.org/officeDocument/2006/relationships/slide" Target="/ppt/slides/slide3.xml" Id="Recb1e833a3d54dee" /><Relationship Type="http://schemas.openxmlformats.org/officeDocument/2006/relationships/slide" Target="/ppt/slides/slide4.xml" Id="R403ad6b81b16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af63fcbfa46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48a55eb5d41f1" /><Relationship Type="http://schemas.openxmlformats.org/officeDocument/2006/relationships/notesMaster" Target="/ppt/notesMasters/notesMaster1.xml" Id="Re5e303766246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26b76d599437c" /><Relationship Type="http://schemas.openxmlformats.org/officeDocument/2006/relationships/notesMaster" Target="/ppt/notesMasters/notesMaster1.xml" Id="R9b80c6e579e4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02c50da1a41e3" /><Relationship Type="http://schemas.openxmlformats.org/officeDocument/2006/relationships/notesMaster" Target="/ppt/notesMasters/notesMaster1.xml" Id="R7f05d6aebcd8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5b170f0a7e4906" /><Relationship Type="http://schemas.openxmlformats.org/officeDocument/2006/relationships/notesMaster" Target="/ppt/notesMasters/notesMaster1.xml" Id="Rac2c9b5cee27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bracketed text is an editable placeholder. This synthetic local fixture is not an approved firm template or an IC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Fill every field from canonical Deal, Run, Document, and IC records. Do not imply that a proposal has been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real Underwriting Run and its pinned base. Label a sensitivity as exploratory unless an evidence source supports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decisions and publication separate. Link every stated basis to a persisted source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55ae19d9f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0bc0dd79f452a" /><Relationship Type="http://schemas.openxmlformats.org/officeDocument/2006/relationships/slideLayout" Target="/ppt/slideLayouts/slideLayout1.xml" Id="R68f21ce52f4e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21ce52f4e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0e9b47934d61" /><Relationship Type="http://schemas.openxmlformats.org/officeDocument/2006/relationships/notesSlide" Target="/ppt/notesSlides/notesSlide1.xml" Id="R6724439efe22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b86c124c842f5" /><Relationship Type="http://schemas.openxmlformats.org/officeDocument/2006/relationships/notesSlide" Target="/ppt/notesSlides/notesSlide2.xml" Id="R56f19192055242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a69d0ff464543" /><Relationship Type="http://schemas.openxmlformats.org/officeDocument/2006/relationships/notesSlide" Target="/ppt/notesSlides/notesSlide3.xml" Id="R0407637b2244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17f56880646ce" /><Relationship Type="http://schemas.openxmlformats.org/officeDocument/2006/relationships/notesSlide" Target="/ppt/notesSlides/notesSlide4.xml" Id="R56dc6d16efee48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C4DE-A3CA-4C1B-922E-F894856E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525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Investment committee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53602-0F26-4EF3-B15E-B545EE4F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8E8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D8E8F8"/>
                </a:solidFill>
                <a:latin typeface="Helvetica Neue"/>
                <a:ea typeface="Helvetica Neue"/>
                <a:cs typeface="Helvetica Neue"/>
              </a:rPr>
              <a:t>[Deal / investment case]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F83CF-C814-4C55-8610-04B4D1A1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7182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E8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8E8F8"/>
                </a:solidFill>
                <a:latin typeface="Helvetica Neue"/>
                <a:ea typeface="Helvetica Neue"/>
                <a:cs typeface="Helvetica Neue"/>
              </a:rPr>
              <a:t>[Meeting date and time]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8BB24-39A3-425F-B172-2232F3D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862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requested: [Exact decision]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EC0B9-03C1-41AD-AB5C-CF060DE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19825"/>
            <a:ext cx="1038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DE5"/>
                </a:solidFill>
                <a:latin typeface="Helvetica Neue"/>
                <a:ea typeface="Helvetica Neue"/>
                <a:cs typeface="Helvetica Neue"/>
              </a:rPr>
              <a:t>LOCAL TEST TEMPLATE · No firm approval or investment recommendation implied</a:t>
            </a:r>
          </a:p>
        </p:txBody>
      </p:sp>
    </p:spTree>
    <p:extLst>
      <p:ext uri="{BB962C8B-B14F-4D97-AF65-F5344CB8AC3E}">
        <p14:creationId xmlns:p14="http://schemas.microsoft.com/office/powerpoint/2010/main" val="1371869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A5BAD-D30F-4A8D-8102-D699A344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062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Decision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401F0-B8B5-45FD-AFE4-D494A05C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64978-1410-4BC8-838F-612FE67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[Proposed decision and rationale]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2552B-DC18-4E26-9009-9CA5B0D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Underwriting basis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A36B-451F-47E8-BAB3-35E7469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[Base Run ID, scenario Run ID, model version, units]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B152A-3909-41D8-8886-48A0769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Evidence cutoff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C6F47-A726-4ABA-98FC-FBC3F8B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[Timestamp and source version IDs]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370CF-CA04-4209-B4AB-BFDC2F0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Open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493D-8105-41CA-A7EA-DB2F570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[Issue, owner, and evidence needed]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47FF9-2452-43B0-8D3E-9A43B64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rPr>
              <a:t>LOCAL TEST TEMPLATE · Replace with an approved firm template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156126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FA09D-76C1-472B-8671-F91B0B1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062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Revenue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5D530-CED3-4AFF-93F2-C47B1F33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Base assumption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0277E-1840-4734-A776-4D9A8E9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[Source, period, value, and units]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BAACC-D0A4-4324-8636-0F995907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Scenario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49AC2-AD6A-4F0A-ACBA-88327B9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[Exact changed input and whether sourced or exploratory]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4E6ED-B1AC-4A47-879F-E8F841A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Resulting delta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74670-79E7-440C-A458-2DF5EDD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[Computed difference and model Run lineage]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026DE-B384-450F-A674-00CC956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Conflicting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99071-537E-460D-B3FF-027558B5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[Source IDs and unresolved disagreement]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9D41B-86CB-4654-97BF-5AE7600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rPr>
              <a:t>LOCAL TEST TEMPLATE · Replace with an approved firm template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67561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B1BD6-46F7-4ADC-B745-E6DAC518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062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Readiness and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ACA00-2A29-48E0-B422-3435B8C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IC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30BE4-AE6F-4CFB-8CBA-C56F0CB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[Verified state and any blocking checks]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7D78A-407B-48EC-B08B-D7250991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Human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6C2B4-E803-44A9-B832-28E4A8C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[Exact approvals or votes still required]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B6E2D-834F-4297-80F3-1C739CC2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Outstanding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AA3FD-9DD8-4561-9554-6E21E490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[Document or request, owner, due date]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4AF55-86FA-4AF6-90E7-404B60F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5C9B"/>
                </a:solidFill>
                <a:latin typeface="Helvetica Neue"/>
                <a:ea typeface="Helvetica Neue"/>
                <a:cs typeface="Helvetica Neue"/>
              </a:rPr>
              <a:t>Source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35988-5DF4-41A4-8CC5-E0186D4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[Document/version IDs and Run IDs]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E7C2C-5A67-461E-9923-8A6DBBEC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994"/>
                </a:solidFill>
                <a:latin typeface="Helvetica Neue"/>
                <a:ea typeface="Helvetica Neue"/>
                <a:cs typeface="Helvetica Neue"/>
              </a:rPr>
              <a:t>LOCAL TEST TEMPLATE · Replace with an approved firm template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175976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2026-09-26T23:56:32.6630000Z</dcterms:created>
  <dcterms:modified xsi:type="dcterms:W3CDTF">2026-09-26T23:56:32.6630000Z</dcterms:modified>
</coreProperties>
</file>