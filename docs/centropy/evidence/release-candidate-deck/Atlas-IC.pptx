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Software acquisition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15F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committee working draft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 working draft
Case state: READY_FOR_REVIEW
Committee decision: not recorded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recommendation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DILIGENCE
Continue diligence before an investment decision. The selected memo 2c8f3831-7dc7-4ed1-a703-918fca56d32e is grounded in valid Underwriting Run 2725d358-1036-411e-9f7a-ca1c3e6eca97. The current Deal graph records 1 unresolved high or critical risk(s) and 1 unresolved material or critical finding(s): 90000000-0000-4000-8000-000000000010, 90000000-0000-4000-8000-000000000009. The committee must assess these items; this recommendation does not cast a vote or finalize a decision.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5303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read at 2026-09-28T01:22:20.731Z
Underwriting world cutoff: Mon Sep 28 2026 05:43:07 GMT+0530 (India Standard Time)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case and model outputs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(money): 2027-01-01 to 2027-12-31: 80
Exit multiple: 5x
Run status: SUCCEEDED, validity: VALID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5080" y="13716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IRR: not recorded (unit not recorded, status unavailable)
Sponsor MOIC: not recorded (unit not recorded, status unavailable)
Sponsor exit proceeds: not recorded (unit not recorded, status unavailable)
Exit enterprise value: not recorded (unit not recorded, status unavailable)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risks and diligence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CRITICAL: Customer concentration may impair downside debt-service coverage.
CRITICAL: Top customer represents 31% of recurring revenue.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model and memo basis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2725d358-1036-411e-9f7a-ca1c3e6eca97
Model version 00e34184-5df8-43a2-8ae6-57544d52501f
Scenario faf398fa-f33d-48f4-ada6-ac65b6e46e52
Investment Case 90000000-0000-4000-8000-000000000002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384048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 version 178a505a-00a5-4e4b-b081-1c836ea7fec4
Source completeness: COMPLETE
Recommendation 96b00411-2034-413e-8c27-0d598959905e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 evidence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7615387d-a371-4314-843e-5e229f3f7280
relationship not recorded
Evidence 7615387d-a371-4314-843e-5e229f3f7280
relationship not recorded
Evidence 7615387d-a371-4314-843e-5e229f3f7280
relationship not recorded
Evidence 7615387d-a371-4314-843e-5e229f3f7280
relationship not recorded
Evidence 7615387d-a371-4314-843e-5e229f3f7280
relationship not recorded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CENTROPY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CENTROPY default IC template</dc:title>
  <dc:subject>Default editable IC working draft with canonical source bindings</dc:subject>
  <dc:creator>CENTROPY</dc:creator>
  <cp:lastModifiedBy>CENTROPY</cp:lastModifiedBy>
  <cp:revision>1</cp:revision>
  <dcterms:created xsi:type="dcterms:W3CDTF">2026-09-28T01:10:53Z</dcterms:created>
  <dcterms:modified xsi:type="dcterms:W3CDTF">2026-09-28T01:10:53Z</dcterms:modified>
</cp:coreProperties>
</file>